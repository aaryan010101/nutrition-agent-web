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4:39:52.688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4:39:53.427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4:39:55.09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0,'2984'47'0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4:39:55.676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0T04:39:55.866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4:42:11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 23829,'16895'0'0,"-17079"-92"0,368 184 0,-368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4:42:28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 24402,'-24'3146'0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4:42:35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 24163,'16848'0'0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4:42:38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04:43:15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3216 24233,'0'-3216'0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18" Type="http://schemas.openxmlformats.org/officeDocument/2006/relationships/customXml" Target="../ink/ink10.xml"/><Relationship Id="rId3" Type="http://schemas.openxmlformats.org/officeDocument/2006/relationships/customXml" Target="../ink/ink1.xml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image" Target="../media/image10.png"/><Relationship Id="rId2" Type="http://schemas.openxmlformats.org/officeDocument/2006/relationships/image" Target="../media/image4.png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customXml" Target="../ink/ink2.xml"/><Relationship Id="rId15" Type="http://schemas.openxmlformats.org/officeDocument/2006/relationships/image" Target="../media/image9.png"/><Relationship Id="rId10" Type="http://schemas.openxmlformats.org/officeDocument/2006/relationships/customXml" Target="../ink/ink6.xml"/><Relationship Id="rId19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customXml" Target="../ink/ink5.xml"/><Relationship Id="rId1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ryan010101/nutrition-agent-web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729285414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b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/>
                        <a:t> </a:t>
                      </a:r>
                      <a:r>
                        <a:rPr lang="en-IN" sz="1600" b="1" dirty="0"/>
                        <a:t>AARYAN</a:t>
                      </a:r>
                      <a:r>
                        <a:rPr lang="en-IN" sz="1600" dirty="0"/>
                        <a:t> </a:t>
                      </a:r>
                      <a:r>
                        <a:rPr lang="en-US" sz="1600" b="1" dirty="0"/>
                        <a:t>THAKUR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55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55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50" b="1" dirty="0"/>
                        <a:t>taaryan918@gmail.com</a:t>
                      </a:r>
                      <a:endParaRPr sz="155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400" b="1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/>
                        <a:t>9317410269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Healthcare / Agentic AI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Thali &amp; Pulse — AI-Powered Nutrition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76C68-6129-AD3D-BC0A-73DCA05BE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803" y="3781268"/>
            <a:ext cx="762501" cy="8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865441"/>
            <a:ext cx="1060704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sz="1800" b="1" dirty="0"/>
              <a:t>Problem Statement: Thali &amp; Pulse — AI Nutrition Agent</a:t>
            </a:r>
          </a:p>
          <a:p>
            <a:pPr fontAlgn="base"/>
            <a:endParaRPr lang="en-US" sz="1800" b="1" dirty="0"/>
          </a:p>
          <a:p>
            <a:pPr fontAlgn="base"/>
            <a:r>
              <a:rPr lang="en-US" sz="1800" b="1" dirty="0"/>
              <a:t>The Challenge</a:t>
            </a:r>
            <a:r>
              <a:rPr lang="en-US" sz="1800" dirty="0"/>
              <a:t> </a:t>
            </a:r>
          </a:p>
          <a:p>
            <a:pPr fontAlgn="base"/>
            <a:r>
              <a:rPr lang="en-IN" sz="1600" dirty="0"/>
              <a:t>Good nutrition is the foundation of health, but individuals often struggle with </a:t>
            </a:r>
            <a:r>
              <a:rPr lang="en-IN" sz="1600" b="1" dirty="0"/>
              <a:t>diet planning, portion control, and tracking nutritional intake</a:t>
            </a:r>
            <a:r>
              <a:rPr lang="en-IN" sz="1600" dirty="0"/>
              <a:t>. Most nutrition apps push generic international diets (quinoa, kale) that ignore what's actually affordable and available in an Indian household — leaving budget- conscious users with advice they can't realistically follow. </a:t>
            </a:r>
          </a:p>
          <a:p>
            <a:pPr fontAlgn="base"/>
            <a:endParaRPr lang="en-IN" b="1" dirty="0"/>
          </a:p>
          <a:p>
            <a:pPr fontAlgn="base"/>
            <a:r>
              <a:rPr lang="en-US" sz="1800" b="1" dirty="0"/>
              <a:t>The Objective</a:t>
            </a:r>
            <a:r>
              <a:rPr lang="en-US" sz="1800" dirty="0"/>
              <a:t> </a:t>
            </a:r>
          </a:p>
          <a:p>
            <a:pPr fontAlgn="base"/>
            <a:r>
              <a:rPr lang="en-IN" sz="1600" dirty="0"/>
              <a:t>Build an AI-powered Nutrition Agent that delivers personalized, budget-aware dietary guidance rooted in everyday Indian food. The solution should: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 Personalized Diet Plans </a:t>
            </a:r>
            <a:r>
              <a:rPr lang="en-IN" sz="1600" dirty="0"/>
              <a:t>– Recommend meals based on age, health goals, city, and monthly food budget (₹)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 Food Data RAG Retrieval</a:t>
            </a:r>
            <a:r>
              <a:rPr lang="en-IN" sz="1600" dirty="0"/>
              <a:t> Fetch accurate nutrition data (calories, macros, cost) for Indian foods (dal, roti, sabzi, poha, etc.)     from a trusted knowledge base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Diet Tracking &amp; Feedback </a:t>
            </a:r>
            <a:r>
              <a:rPr lang="en-IN" sz="1600" dirty="0"/>
              <a:t>– Allow users to log meals via text and get instant nutritional analysis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Budget-Constrained Planning</a:t>
            </a:r>
            <a:r>
              <a:rPr lang="en-IN" sz="1600" dirty="0"/>
              <a:t> – Every meal plan respects the user's stated monthly budget, not just their calorie target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Multi-Agent System –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Nutrition Knowledge Agent </a:t>
            </a:r>
            <a:r>
              <a:rPr lang="en-IN" sz="1600" dirty="0"/>
              <a:t>(retrieves food data via RAG)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Diet Recommendation Agent </a:t>
            </a:r>
            <a:r>
              <a:rPr lang="en-IN" sz="1600" dirty="0"/>
              <a:t>(builds budget-fit meal plans)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Food Log &amp; Feedback Agent </a:t>
            </a:r>
            <a:r>
              <a:rPr lang="en-IN" sz="1600" dirty="0"/>
              <a:t>(analyzes logged meals)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1600" b="1" dirty="0"/>
              <a:t>Health Advisory Agent </a:t>
            </a:r>
            <a:r>
              <a:rPr lang="en-IN" sz="1600" dirty="0"/>
              <a:t>(preventive health flags)</a:t>
            </a:r>
            <a:endParaRPr lang="en-US" sz="16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284639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704088"/>
            <a:ext cx="1060704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sz="1800" b="1" dirty="0"/>
              <a:t>Proposed Solution: Thali &amp; Pulse Agent</a:t>
            </a:r>
          </a:p>
          <a:p>
            <a:endParaRPr lang="en-IN" b="1" dirty="0"/>
          </a:p>
          <a:p>
            <a:r>
              <a:rPr lang="en-IN" sz="1550" dirty="0"/>
              <a:t>The proposed solution is a </a:t>
            </a:r>
            <a:r>
              <a:rPr lang="en-IN" sz="1550" b="1" dirty="0"/>
              <a:t>multi-agent AI-powered Nutrition Agent</a:t>
            </a:r>
            <a:r>
              <a:rPr lang="en-IN" sz="1550" dirty="0"/>
              <a:t>, built using </a:t>
            </a:r>
            <a:r>
              <a:rPr lang="en-IN" sz="1550" b="1" dirty="0"/>
              <a:t>IBM Bob, IBM watsonx Orchestrate, and Granite models</a:t>
            </a:r>
            <a:r>
              <a:rPr lang="en-IN" sz="1550" dirty="0"/>
              <a:t>, that plans a user's daily food intake like a "thali" — balanced, budgeted, and built around what's actually available in their city. </a:t>
            </a:r>
          </a:p>
          <a:p>
            <a:endParaRPr lang="en-IN" sz="1550" dirty="0"/>
          </a:p>
          <a:p>
            <a:r>
              <a:rPr lang="en-IN" sz="1550" dirty="0"/>
              <a:t>At its core, the solution uses a </a:t>
            </a:r>
            <a:r>
              <a:rPr lang="en-IN" sz="1550" b="1" dirty="0"/>
              <a:t>Retrieval-Augmented Generation (RAG)</a:t>
            </a:r>
            <a:r>
              <a:rPr lang="en-IN" sz="1550" dirty="0"/>
              <a:t> pipeline to fetch nutrition data for common Indian foods from a curated 26-item knowledge base, embedded using IBM's Slate model and stored in a Milvus vector database, enabling accurate, grounded responses instead of generic AI guesses. </a:t>
            </a:r>
          </a:p>
          <a:p>
            <a:endParaRPr lang="en-IN" sz="1550" dirty="0"/>
          </a:p>
          <a:p>
            <a:r>
              <a:rPr lang="en-IN" sz="1550" dirty="0"/>
              <a:t>The system consists of four collaborator agents, coordinated by a central orchestrator: </a:t>
            </a:r>
          </a:p>
          <a:p>
            <a:endParaRPr lang="en-IN" sz="1550" b="1" dirty="0"/>
          </a:p>
          <a:p>
            <a:r>
              <a:rPr lang="en-IN" sz="1550" b="1" dirty="0"/>
              <a:t>Nutrition Knowledge Agent</a:t>
            </a:r>
            <a:r>
              <a:rPr lang="en-IN" sz="1550" dirty="0"/>
              <a:t> retrieves and summarizes nutrition data (calories, macros, cost) for Indian foods using RAG. </a:t>
            </a:r>
          </a:p>
          <a:p>
            <a:r>
              <a:rPr lang="en-IN" sz="1550" b="1" dirty="0"/>
              <a:t>Diet Recommendation Agent </a:t>
            </a:r>
            <a:r>
              <a:rPr lang="en-IN" sz="1550" dirty="0"/>
              <a:t>generates a full day's meal plan using regional, seasonal Indian food, constrained to the user's monthly budget. </a:t>
            </a:r>
          </a:p>
          <a:p>
            <a:r>
              <a:rPr lang="en-IN" sz="1550" b="1" dirty="0"/>
              <a:t>Health Advisory Agent </a:t>
            </a:r>
            <a:r>
              <a:rPr lang="en-IN" sz="1550" dirty="0"/>
              <a:t>flags preventive health notes (e.g., high sodium) based on the user's logged intake. </a:t>
            </a:r>
          </a:p>
          <a:p>
            <a:r>
              <a:rPr lang="en-IN" sz="1550" b="1" dirty="0"/>
              <a:t>Food Log &amp; Feedback Agent </a:t>
            </a:r>
            <a:r>
              <a:rPr lang="en-IN" sz="1550" dirty="0"/>
              <a:t>lets users log meals in natural language and returns instant nutritional feedback. </a:t>
            </a:r>
          </a:p>
          <a:p>
            <a:r>
              <a:rPr lang="en-IN" sz="1550" dirty="0"/>
              <a:t>The solution is deployed as </a:t>
            </a:r>
            <a:r>
              <a:rPr lang="en-IN" sz="1550" b="1" dirty="0"/>
              <a:t>a live web application</a:t>
            </a:r>
            <a:r>
              <a:rPr lang="en-IN" sz="1550" dirty="0"/>
              <a:t> (Next.js frontend, Clerk authentication) connected to the agents running on </a:t>
            </a:r>
            <a:r>
              <a:rPr lang="en-IN" sz="1550" b="1" dirty="0"/>
              <a:t>IBM watsonx Orchestrate</a:t>
            </a:r>
            <a:r>
              <a:rPr lang="en-IN" sz="1550" dirty="0"/>
              <a:t>, powered by ibm/granite-3-3-8b-instruct for reasoning. </a:t>
            </a:r>
          </a:p>
          <a:p>
            <a:r>
              <a:rPr lang="en-US" sz="1550" dirty="0"/>
              <a:t>IBM Bob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IN" sz="1550" dirty="0"/>
              <a:t>Overall, this solution delivers </a:t>
            </a:r>
            <a:r>
              <a:rPr lang="en-IN" sz="1550" b="1" dirty="0"/>
              <a:t>an end-to-end, budget-aware nutrition assistant </a:t>
            </a:r>
            <a:r>
              <a:rPr lang="en-IN" sz="1550" dirty="0"/>
              <a:t>that makes healthy eating realistic and achievable for Indian households — not just personalized, but genuinely affordable.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29302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342020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071801"/>
            <a:ext cx="105156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Bob </a:t>
            </a:r>
            <a:r>
              <a:rPr lang="en-IN" sz="1800" dirty="0"/>
              <a:t>– Used to design, scaffold, and orchestrate the multi-agent system (Nutrition Knowledge, Diet Recommendation, Food Log &amp; Feedback, Health Advisory agents + Orchestrator).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Granite models </a:t>
            </a:r>
            <a:r>
              <a:rPr lang="en-IN" sz="1800" dirty="0"/>
              <a:t>– ibm/granite-3-3-8b-instruct for reasoning and meal-plan generation; ibm/granite-3-3-2b-instruct for fast, lightweight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IBM Cloud IAM </a:t>
            </a:r>
            <a:r>
              <a:rPr lang="en-IN" sz="1800" dirty="0"/>
              <a:t>– Secure token exchange (API key → short-lived access token) for authenticating every request to watsonx.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RAG (Retrieval-Augmented Generation) </a:t>
            </a:r>
            <a:r>
              <a:rPr lang="en-IN" sz="1800" dirty="0"/>
              <a:t>– Grounds responses in a 26-item Indian food nutrition knowledge base before generating answers, so the agent gives trustworthy, fact-based nutrition advice.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Embeddings </a:t>
            </a:r>
            <a:r>
              <a:rPr lang="en-IN" sz="1800" dirty="0"/>
              <a:t>– ibm/slate-125m-english-rtrvr for embedding the food knowledge base, enabling accurate semantic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Next.js (React) </a:t>
            </a:r>
            <a:r>
              <a:rPr lang="en-IN" sz="1800" dirty="0"/>
              <a:t>– Frontend framework powering the live web application.</a:t>
            </a: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F8F19-314A-D26E-1C00-C38275EA5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48" y="863186"/>
            <a:ext cx="11425805" cy="55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A2C72-FEC8-7730-A537-78EDDC20F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50" y="973123"/>
            <a:ext cx="11467750" cy="556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26897-147C-1A32-BD0C-F6BA290DD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" y="350240"/>
            <a:ext cx="11585196" cy="61575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5D6F05-C1B2-687A-8E69-613BF8CEC7FA}"/>
                  </a:ext>
                </a:extLst>
              </p14:cNvPr>
              <p14:cNvContentPartPr/>
              <p14:nvPr/>
            </p14:nvContentPartPr>
            <p14:xfrm>
              <a:off x="5209382" y="3749532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5D6F05-C1B2-687A-8E69-613BF8CEC7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5742" y="364189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818E6A6-C0B3-0009-6BFE-002ADE4AD6BB}"/>
                  </a:ext>
                </a:extLst>
              </p14:cNvPr>
              <p14:cNvContentPartPr/>
              <p14:nvPr/>
            </p14:nvContentPartPr>
            <p14:xfrm>
              <a:off x="5209382" y="3749532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818E6A6-C0B3-0009-6BFE-002ADE4AD6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5742" y="364189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DF4C401-6001-2981-B3ED-CBBA1119AD1E}"/>
                  </a:ext>
                </a:extLst>
              </p14:cNvPr>
              <p14:cNvContentPartPr/>
              <p14:nvPr/>
            </p14:nvContentPartPr>
            <p14:xfrm>
              <a:off x="5335022" y="3816492"/>
              <a:ext cx="1074240" cy="17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DF4C401-6001-2981-B3ED-CBBA1119AD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81022" y="3708852"/>
                <a:ext cx="11818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FC991F-3344-1850-C1D1-8E3788F1EA04}"/>
                  </a:ext>
                </a:extLst>
              </p14:cNvPr>
              <p14:cNvContentPartPr/>
              <p14:nvPr/>
            </p14:nvContentPartPr>
            <p14:xfrm>
              <a:off x="6115502" y="3833412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FC991F-3344-1850-C1D1-8E3788F1EA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1502" y="37257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0B1ABA6-7F8F-6697-4928-424EB5B6A7CA}"/>
                  </a:ext>
                </a:extLst>
              </p14:cNvPr>
              <p14:cNvContentPartPr/>
              <p14:nvPr/>
            </p14:nvContentPartPr>
            <p14:xfrm>
              <a:off x="6115502" y="3833412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0B1ABA6-7F8F-6697-4928-424EB5B6A7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1502" y="3725772"/>
                <a:ext cx="108000" cy="21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AD93B0-0DE5-D9A6-49BC-0EC666136DA9}"/>
              </a:ext>
            </a:extLst>
          </p:cNvPr>
          <p:cNvCxnSpPr/>
          <p:nvPr/>
        </p:nvCxnSpPr>
        <p:spPr>
          <a:xfrm>
            <a:off x="3464653" y="2424418"/>
            <a:ext cx="60820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78393D1-1E0D-972D-1E62-FC9B951BA767}"/>
                  </a:ext>
                </a:extLst>
              </p14:cNvPr>
              <p14:cNvContentPartPr/>
              <p14:nvPr/>
            </p14:nvContentPartPr>
            <p14:xfrm>
              <a:off x="3447542" y="3556932"/>
              <a:ext cx="6082560" cy="66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78393D1-1E0D-972D-1E62-FC9B951BA7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41422" y="3550812"/>
                <a:ext cx="60948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486E0D-79E0-8B8C-2FC1-088B14CE31DE}"/>
                  </a:ext>
                </a:extLst>
              </p14:cNvPr>
              <p14:cNvContentPartPr/>
              <p14:nvPr/>
            </p14:nvContentPartPr>
            <p14:xfrm>
              <a:off x="3464462" y="2432292"/>
              <a:ext cx="8640" cy="1132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486E0D-79E0-8B8C-2FC1-088B14CE31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58342" y="2426172"/>
                <a:ext cx="20880" cy="11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0FEFC10-CEFB-6688-84AC-92C04A2C1905}"/>
                  </a:ext>
                </a:extLst>
              </p14:cNvPr>
              <p14:cNvContentPartPr/>
              <p14:nvPr/>
            </p14:nvContentPartPr>
            <p14:xfrm>
              <a:off x="3481022" y="2432292"/>
              <a:ext cx="6066000" cy="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0FEFC10-CEFB-6688-84AC-92C04A2C190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74902" y="2420052"/>
                <a:ext cx="60782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5A2E354-F9FB-2682-20F6-D8D3E905DACD}"/>
                  </a:ext>
                </a:extLst>
              </p14:cNvPr>
              <p14:cNvContentPartPr/>
              <p14:nvPr/>
            </p14:nvContentPartPr>
            <p14:xfrm>
              <a:off x="9546662" y="2424372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5A2E354-F9FB-2682-20F6-D8D3E905DA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40542" y="241825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0B69558-CDF9-B9B6-B51B-253A448DBCBE}"/>
                  </a:ext>
                </a:extLst>
              </p14:cNvPr>
              <p14:cNvContentPartPr/>
              <p14:nvPr/>
            </p14:nvContentPartPr>
            <p14:xfrm>
              <a:off x="9512822" y="2449212"/>
              <a:ext cx="720" cy="11581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0B69558-CDF9-B9B6-B51B-253A448DBCB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00582" y="2443092"/>
                <a:ext cx="25200" cy="117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1A9CE3-6975-D087-C1DC-03286CE0F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872455"/>
            <a:ext cx="11022439" cy="57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8264" y="899045"/>
            <a:ext cx="3565321" cy="540147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58710" y="174407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58710" y="899045"/>
            <a:ext cx="740664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Role of Agentic AI in Thali &amp; Pulse</a:t>
            </a:r>
          </a:p>
          <a:p>
            <a:endParaRPr lang="en-IN" b="1" dirty="0"/>
          </a:p>
          <a:p>
            <a:r>
              <a:rPr lang="en-IN" sz="1500" b="1" dirty="0"/>
              <a:t>Agentic AI transforms Thali &amp; Pulse </a:t>
            </a:r>
            <a:r>
              <a:rPr lang="en-IN" sz="1500" dirty="0"/>
              <a:t>from a simple chatbot into an autonomous, reasoning system that plans, checks, and adapts — not just answers. Built on IBM watsonx Orchestrate and powered by Granite models, the system coordinates five agents working together toward one goal: a meal plan that is both nutritionally sound and affordable. </a:t>
            </a:r>
          </a:p>
          <a:p>
            <a:endParaRPr lang="en-IN" sz="1500" b="1" dirty="0"/>
          </a:p>
          <a:p>
            <a:r>
              <a:rPr lang="en-IN" sz="1500" b="1" dirty="0"/>
              <a:t>A central Orchestrator agent </a:t>
            </a:r>
            <a:r>
              <a:rPr lang="en-IN" sz="1500" dirty="0"/>
              <a:t>routes every user request to the right specialist: the Nutrition Knowledge Agent retrieves grounded food data via RAG, the Diet Recommendation Agent builds a full day's meal plan, the Food Log &amp; Feedback Agent analyzes what the user actually ate, and the Health Advisory Agent flags preventive concerns like high sodium intake.</a:t>
            </a:r>
          </a:p>
          <a:p>
            <a:endParaRPr lang="en-IN" sz="1500" dirty="0"/>
          </a:p>
          <a:p>
            <a:r>
              <a:rPr lang="en-IN" sz="1500" b="1" dirty="0"/>
              <a:t>What makes this agentic</a:t>
            </a:r>
            <a:r>
              <a:rPr lang="en-IN" sz="1500" dirty="0"/>
              <a:t> — not just automated — is the ReAct reasoning loop: for every request, the agent Thinks about what it needs, takes an Action (calling a tool), Observes the result, and repeats until every constraint is satisfied. A meal plan isn't returned until it's been checked against the user's calorie goal AND their monthly budget.</a:t>
            </a:r>
          </a:p>
          <a:p>
            <a:endParaRPr lang="en-IN" sz="1500" dirty="0"/>
          </a:p>
          <a:p>
            <a:r>
              <a:rPr lang="en-IN" sz="1500" b="1" dirty="0"/>
              <a:t>Agentic AI </a:t>
            </a:r>
            <a:r>
              <a:rPr lang="en-IN" sz="1500" dirty="0"/>
              <a:t>also brings context awareness (age, city, goal, budget carried across the conversation) and real-time adaptation — a follow-up like "I just had poha and chai" updates the day's plan on the fly, without the user repeating their profile.</a:t>
            </a:r>
            <a:endParaRPr lang="en-IN" sz="1500" b="1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838944" y="14032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Token Usage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38944" y="844340"/>
            <a:ext cx="4371171" cy="3308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50" b="1" dirty="0"/>
              <a:t>66.2k </a:t>
            </a:r>
            <a:r>
              <a:rPr lang="en-US" sz="1550" dirty="0"/>
              <a:t>token are used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54365C-FE1A-6838-C72C-39603CAE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84" y="1551963"/>
            <a:ext cx="10914077" cy="468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A991E-D6CC-82DC-CB87-CEB84B7F0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044262"/>
            <a:ext cx="11217997" cy="534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7F6FD-8718-7689-5A1E-09CE49A9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939567"/>
            <a:ext cx="11327054" cy="544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58625-A9B5-CE81-EBDB-CAADE171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816976"/>
            <a:ext cx="11276720" cy="557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CCA5-8B3C-0441-D083-2B9AD46EF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17" y="314791"/>
            <a:ext cx="4119693" cy="66672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ym typeface="Times New Roman"/>
              </a:rPr>
              <a:t> </a:t>
            </a:r>
            <a:r>
              <a:rPr lang="en-US" sz="2700" b="1" dirty="0">
                <a:sym typeface="Times New Roman"/>
              </a:rPr>
              <a:t>Project Output Screenshot</a:t>
            </a:r>
            <a:br>
              <a:rPr lang="en-US" b="1" dirty="0">
                <a:sym typeface="Times New Roman"/>
              </a:rPr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CB8CD-1FE3-E852-474B-724C40ADB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16" y="981512"/>
            <a:ext cx="11304167" cy="541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35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258130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997283"/>
            <a:ext cx="11301984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50" dirty="0"/>
              <a:t>Thali &amp; Pulse combines Agentic AI, RAG, and budget-conscious personalization into a single system — something no mainstream nutrition app does for Indian users.</a:t>
            </a:r>
          </a:p>
          <a:p>
            <a:endParaRPr lang="en-IN" sz="1850" dirty="0"/>
          </a:p>
          <a:p>
            <a:r>
              <a:rPr lang="en-IN" sz="1850" b="1" dirty="0"/>
              <a:t>Budget-First Planning </a:t>
            </a:r>
            <a:r>
              <a:rPr lang="en-IN" sz="1850" dirty="0"/>
              <a:t>– Every meal plan respects the user's actual monthly food budget, not just calorie targets, making advice realistic and achievable.</a:t>
            </a:r>
          </a:p>
          <a:p>
            <a:r>
              <a:rPr lang="en-IN" sz="1850" b="1" dirty="0"/>
              <a:t>Culturally-Grounded</a:t>
            </a:r>
            <a:r>
              <a:rPr lang="en-IN" sz="1850" dirty="0"/>
              <a:t> – Built around Indian staples (dal, roti, seasonal sabzi) instead of imported "superfoods" most users can't access or afford. </a:t>
            </a:r>
          </a:p>
          <a:p>
            <a:r>
              <a:rPr lang="en-IN" sz="1850" b="1" dirty="0"/>
              <a:t>Self-Verifying Reasoning </a:t>
            </a:r>
            <a:r>
              <a:rPr lang="en-IN" sz="1850" dirty="0"/>
              <a:t>– A ReAct loop (Thought → Action → Observation) means the agent checks its own plan against both nutrition and budget before responding.</a:t>
            </a:r>
          </a:p>
          <a:p>
            <a:r>
              <a:rPr lang="en-IN" sz="1850" b="1" dirty="0"/>
              <a:t>RAG-Grounded Accuracy </a:t>
            </a:r>
            <a:r>
              <a:rPr lang="en-IN" sz="1850" dirty="0"/>
              <a:t>– Nutrition facts are retrieved from a curated Indian food knowledge base, reducing hallucination and misinformation.</a:t>
            </a:r>
          </a:p>
          <a:p>
            <a:r>
              <a:rPr lang="en-IN" sz="1850" b="1" dirty="0"/>
              <a:t>Live, Production-Deployed </a:t>
            </a:r>
            <a:r>
              <a:rPr lang="en-IN" sz="1850" dirty="0"/>
              <a:t>– A fully working web application (Next.js + Clerk + watsonx Orchestrate), not just a prototype or notebook demo. </a:t>
            </a:r>
          </a:p>
          <a:p>
            <a:r>
              <a:rPr lang="en-IN" sz="1850" b="1" dirty="0"/>
              <a:t>Scalable &amp; Enterprise-Ready </a:t>
            </a:r>
            <a:r>
              <a:rPr lang="en-IN" sz="1850" dirty="0"/>
              <a:t>– Built on IBM watsonx Orchestrate with Granite models, ensuring reliability and a clear path to production scale. </a:t>
            </a:r>
          </a:p>
          <a:p>
            <a:endParaRPr lang="en-IN" sz="1850" dirty="0"/>
          </a:p>
          <a:p>
            <a:r>
              <a:rPr lang="en-IN" sz="1850" dirty="0"/>
              <a:t>This makes Thali &amp; Pulse a </a:t>
            </a:r>
            <a:r>
              <a:rPr lang="en-IN" sz="1850" b="1" dirty="0"/>
              <a:t>smart, budget-aware digital nutritionist </a:t>
            </a:r>
            <a:r>
              <a:rPr lang="en-IN" sz="1850" dirty="0"/>
              <a:t>— not another diet app repackaged with AI.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54435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IN" sz="1600" dirty="0">
                <a:hlinkClick r:id="rId3"/>
              </a:rPr>
              <a:t>https://github.com/Aaryan010101/nutrition-agent-web</a:t>
            </a:r>
            <a:endParaRPr lang="en-IN" sz="1600" dirty="0"/>
          </a:p>
          <a:p>
            <a:pPr lvl="0">
              <a:buClr>
                <a:srgbClr val="2B3541"/>
              </a:buClr>
              <a:buSzPts val="1850"/>
            </a:pPr>
            <a:endParaRPr lang="en-US" sz="16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5741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B3541"/>
              </a:buClr>
              <a:buSzPts val="1850"/>
            </a:pPr>
            <a:r>
              <a:rPr lang="en-IN" sz="2000" b="1" dirty="0"/>
              <a:t>1. Integration with Wearables &amp; Health Devices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2000" dirty="0"/>
          </a:p>
          <a:p>
            <a:pPr lvl="0">
              <a:buClr>
                <a:srgbClr val="2B3541"/>
              </a:buClr>
              <a:buSzPts val="1850"/>
            </a:pPr>
            <a:r>
              <a:rPr lang="en-IN" sz="1800" dirty="0"/>
              <a:t>The system can integrate with smartwatches and fitness trackers to collect real-time data such as steps, calories burned, heart rate, and sleep patterns. This would let the Diet Recommendation Agent adjust meal plans dynamically based on actual activity levels — not just self-reported goals. </a:t>
            </a:r>
            <a:endParaRPr lang="en-US" sz="1800" dirty="0">
              <a:solidFill>
                <a:srgbClr val="2B3541"/>
              </a:solidFill>
              <a:latin typeface="+mj-lt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endParaRPr lang="en-US" sz="1800" b="0" i="0" u="none" strike="noStrike" cap="none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2.</a:t>
            </a:r>
            <a:r>
              <a:rPr lang="en-IN" sz="2000" dirty="0">
                <a:latin typeface="+mj-lt"/>
              </a:rPr>
              <a:t> </a:t>
            </a:r>
            <a:r>
              <a:rPr lang="en-IN" sz="2000" b="1" dirty="0"/>
              <a:t>Real-Time Grocery Price Integration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1800" dirty="0"/>
          </a:p>
          <a:p>
            <a:pPr lvl="0">
              <a:buClr>
                <a:srgbClr val="2B3541"/>
              </a:buClr>
              <a:buSzPts val="1850"/>
            </a:pPr>
            <a:r>
              <a:rPr lang="en-IN" sz="1800" dirty="0"/>
              <a:t>Connecting to live mandi/grocery price APIs would let the Diet Recommendation Agent build meal plans using today's actual prices instead of static estimates, making the budget constraint even more accurate and locally relevant.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Clr>
                <a:srgbClr val="2B3541"/>
              </a:buClr>
              <a:buSzPts val="1850"/>
            </a:pPr>
            <a:r>
              <a:rPr lang="en-IN" sz="1800" b="1" dirty="0">
                <a:latin typeface="+mj-lt"/>
                <a:ea typeface="Times New Roman"/>
                <a:cs typeface="Times New Roman"/>
                <a:sym typeface="Times New Roman"/>
              </a:rPr>
              <a:t>3. </a:t>
            </a:r>
            <a:r>
              <a:rPr lang="en-IN" sz="2000" b="1" dirty="0"/>
              <a:t>Automated Grocery Ordering</a:t>
            </a:r>
          </a:p>
          <a:p>
            <a:pPr lvl="0">
              <a:buClr>
                <a:srgbClr val="2B3541"/>
              </a:buClr>
              <a:buSzPts val="1850"/>
            </a:pPr>
            <a:endParaRPr lang="en-IN" sz="1800" dirty="0"/>
          </a:p>
          <a:p>
            <a:pPr lvl="0">
              <a:buClr>
                <a:srgbClr val="2B3541"/>
              </a:buClr>
              <a:buSzPts val="1850"/>
            </a:pPr>
            <a:r>
              <a:rPr lang="en-IN" sz="1800" dirty="0"/>
              <a:t>Integrating with grocery delivery platforms could let users go from meal plan directly to a shopping cart — turning nutrition advice into action with one tap.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841219" y="342289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2676C-D714-49F3-4F34-9733E321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124" y="1423459"/>
            <a:ext cx="6389964" cy="47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A1955-5855-3673-9184-4AC43B41F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735" y="1712636"/>
            <a:ext cx="7177553" cy="465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3281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1489</Words>
  <Application>Microsoft Office PowerPoint</Application>
  <PresentationFormat>Widescreen</PresentationFormat>
  <Paragraphs>132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Project Output Screenshot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Aaryan Thakur</cp:lastModifiedBy>
  <cp:revision>7</cp:revision>
  <dcterms:created xsi:type="dcterms:W3CDTF">2025-07-08T05:06:56Z</dcterms:created>
  <dcterms:modified xsi:type="dcterms:W3CDTF">2026-09-11T03:05:41Z</dcterms:modified>
</cp:coreProperties>
</file>